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2" r:id="rId3"/>
    <p:sldId id="259" r:id="rId4"/>
    <p:sldId id="260" r:id="rId5"/>
    <p:sldId id="261" r:id="rId6"/>
    <p:sldId id="273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60"/>
  </p:normalViewPr>
  <p:slideViewPr>
    <p:cSldViewPr snapToGrid="0">
      <p:cViewPr varScale="1">
        <p:scale>
          <a:sx n="65" d="100"/>
          <a:sy n="65" d="100"/>
        </p:scale>
        <p:origin x="6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58AE4-6AD6-B2B0-8FEB-866ACD37F9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A3026F-6BAD-36DE-48AB-DDD0B8B237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3F04B-4323-6526-3925-EED477DAD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1AD5F-4543-478C-A4A6-195820587F1E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B2CAF-D307-FF72-ACA4-CDBE1A498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211FB0-9D15-EDA2-D622-D2B61E0EA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91A6C-49B8-4398-B73E-250703FDDC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976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F48A-4725-D3F8-6A74-868B49DA2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C027E-DAEF-731C-9D80-05CA20D017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B6224E-AC0E-745D-DFE5-129A0A061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1AD5F-4543-478C-A4A6-195820587F1E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3FA4C-D889-BC2A-67C3-A9782A1B9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36CD7-B85A-DF06-C1D2-D99A34863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91A6C-49B8-4398-B73E-250703FDDC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409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84A2C-8E16-D1D4-2FAB-D4C09B544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A552E0-21BA-47BB-CADD-0975520277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1A5CE-2807-25BA-0CD8-E778BA68A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1AD5F-4543-478C-A4A6-195820587F1E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85B53-3181-8EB8-7C3E-69210E54B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4F0CB-0F2A-BCEE-68E6-4A644CC06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91A6C-49B8-4398-B73E-250703FDDC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5103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C0936-0E98-E7E8-5277-6248F538D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0125B-F006-CC7F-9914-F8F141A15D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69C0CA-41DD-3000-29FA-692BD437A3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51C78-3986-E866-4837-5DCB7EF08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1AD5F-4543-478C-A4A6-195820587F1E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2FC250-FEF9-7C44-F6D8-E36383778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E4F409-A524-A719-8CAF-DAAC96657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91A6C-49B8-4398-B73E-250703FDDC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5847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F2B30-6A1E-9389-B6E7-504C0DB64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B05F2A-27AA-7BBD-9506-19B2B0B03E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3000EF-8900-A58A-4ECC-F758C0C730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2A6935-EAC7-8DC6-3ABE-D3DCCC0D79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899F61-B52B-5AF2-B8E7-383A140528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B9C94D-226C-A281-6FDA-D4956912E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1AD5F-4543-478C-A4A6-195820587F1E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C44D4E-7B8D-1987-801C-C2A017DEF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3E4045-3D97-0E21-82D3-8C3146D45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91A6C-49B8-4398-B73E-250703FDDC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5736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EB947-07BB-FD70-1CD6-87710D8AB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99D9B1-3941-0C65-B85D-90DE2AD8D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1AD5F-4543-478C-A4A6-195820587F1E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005187-BC25-3A4E-90B1-0F8D978EC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19E6A0-7456-C660-A172-65FDA0C9F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91A6C-49B8-4398-B73E-250703FDDC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3644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54B7D9-42F5-83E8-74AD-A9DC1EA16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1AD5F-4543-478C-A4A6-195820587F1E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6E627B-0762-06BB-BAB1-50F41D35A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87DB6-D6F4-CDB7-F2F7-5D56732B1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91A6C-49B8-4398-B73E-250703FDDC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2485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A9CB3-7F52-2BD8-5D47-2F08A26A5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4C643-165F-C176-77B1-4C67806DB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251B7A-7199-7795-EDDD-EC57DBDE1D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8A2F56-5964-9370-E430-080BE742F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1AD5F-4543-478C-A4A6-195820587F1E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60FC5A-49B0-5DB2-89E6-5130D7887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48E846-C235-69BA-E644-55A7A8A12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91A6C-49B8-4398-B73E-250703FDDC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8352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22183-56F4-3015-B7CB-96F3DF663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E4D483-7BB9-84F1-0006-2C38C8F44A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8E7CC5-C994-D5F2-870B-8C76DB03AC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5A4300-C52B-E36F-5B10-D515AB0E7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1AD5F-4543-478C-A4A6-195820587F1E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3B3AA4-ED82-A83B-EC13-E63760432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8F40BA-DA72-ABBA-91C7-E9E87E666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91A6C-49B8-4398-B73E-250703FDDC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3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3530B-A4F6-0D03-AF4C-B75D95905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17C245-6024-F639-E246-7795B21A45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7824C8-F54C-6BC9-7E0F-AD49B2431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1AD5F-4543-478C-A4A6-195820587F1E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B659BD-EFA5-3E45-08EA-D27F53498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4FBF8-732A-E2AE-B3CB-867073060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91A6C-49B8-4398-B73E-250703FDDC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8392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F72619-9748-4FC8-48F0-5BB24462FE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BB3B61-5A25-D0C4-BE90-4DB2931FFD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010113-D7E4-F40A-3B81-D9CCE3463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1AD5F-4543-478C-A4A6-195820587F1E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676CA-CAD5-7159-51C6-18A9AD90B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F304F3-2E21-8896-6310-ADB0FCCDE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91A6C-49B8-4398-B73E-250703FDDC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3341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D33724-FB7A-BA2A-B359-21135D02A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C2B525-DE30-804D-63AF-DE1D79B153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BA1974-7F5E-F4A9-C746-677DF9D731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E1AD5F-4543-478C-A4A6-195820587F1E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F53A8-7796-515C-8630-F87E083529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FE1FCA-75A9-C93F-632C-B726BDE0E9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891A6C-49B8-4398-B73E-250703FDDC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4052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8F8987-6C31-21D2-0623-95FC16A16B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567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3660044-1DAE-3570-21EF-EEB8844297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210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3990AB-0BA1-65EE-A094-D03C86E08A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389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F9C616-D43A-275C-AF9F-D27467BA73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751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F259A8-D7F0-347B-FC12-D251F4E69C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0" y="409950"/>
            <a:ext cx="9144019" cy="603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925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FBA328-8D3D-2C48-AEA1-94936C919E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973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C3738E9-D658-A9EF-325C-B009824E9C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5000" y="0"/>
            <a:ext cx="340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584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A44C143-EF3A-B121-3A9C-E92EED3F96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5291" y="0"/>
            <a:ext cx="32614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021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1DF6713-CD4E-1020-2017-D9D47EB51D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8276" y="0"/>
            <a:ext cx="34154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450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CF582B2-82DA-4586-D465-F9C419E47E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245" y="0"/>
            <a:ext cx="35055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8308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43A13F1-DE17-E0A4-A2AC-BFEC31F2DA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500" y="0"/>
            <a:ext cx="3429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4174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AD9319-10E6-F2DB-81E7-C317A6D72B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4297" y="0"/>
            <a:ext cx="40634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0255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3E1A1F2-1C4A-3902-225C-6FB8C29C04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5000" y="0"/>
            <a:ext cx="340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2974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66DA801-D3F1-14BD-8BF0-F98F681DCB7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674C2AA1-C95C-DE39-0501-11925885984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834640" y="3429000"/>
            <a:ext cx="3566160" cy="3566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6">
            <a:extLst>
              <a:ext uri="{FF2B5EF4-FFF2-40B4-BE49-F238E27FC236}">
                <a16:creationId xmlns:a16="http://schemas.microsoft.com/office/drawing/2014/main" id="{D8FC29F1-C46D-D389-30F3-3896474AB6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E6CD1B-2CE2-A812-D04A-35F060E268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659" y="0"/>
            <a:ext cx="33366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4762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EEC9A3D-AFC8-2E82-BA1D-D2F228B24E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9683" y="0"/>
            <a:ext cx="35126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6631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DE3E1E-A66C-F4FF-5BBE-094A05F429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6706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Chaitanya patil</dc:creator>
  <cp:lastModifiedBy>Chaitanya patil</cp:lastModifiedBy>
  <cp:revision>2</cp:revision>
  <dcterms:created xsi:type="dcterms:W3CDTF">2026-10-09T16:45:23Z</dcterms:created>
  <dcterms:modified xsi:type="dcterms:W3CDTF">2026-10-10T05:28:15Z</dcterms:modified>
</cp:coreProperties>
</file>